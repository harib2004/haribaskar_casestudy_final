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5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1" r:id="rId8"/>
    <p:sldId id="268" r:id="rId9"/>
    <p:sldId id="269" r:id="rId10"/>
    <p:sldId id="270" r:id="rId11"/>
    <p:sldId id="271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8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1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0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7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2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6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5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5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9986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37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5281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20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98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3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7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3" y="1391653"/>
            <a:ext cx="8218036" cy="1537814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chemeClr val="tx1"/>
                </a:solidFill>
              </a:rPr>
              <a:t>CozyHaven</a:t>
            </a:r>
            <a:r>
              <a:rPr sz="4000" b="1" dirty="0">
                <a:solidFill>
                  <a:schemeClr val="tx1"/>
                </a:solidFill>
              </a:rPr>
              <a:t> 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Hotel</a:t>
            </a:r>
            <a:r>
              <a:rPr sz="4000" b="1" dirty="0">
                <a:solidFill>
                  <a:schemeClr val="tx1"/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Booking</a:t>
            </a:r>
            <a:r>
              <a:rPr sz="4000" b="1" dirty="0">
                <a:solidFill>
                  <a:schemeClr val="tx1"/>
                </a:solidFill>
              </a:rPr>
              <a:t>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3" y="3810000"/>
            <a:ext cx="7540701" cy="1656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Trainer’s Name:                                                Presented By:</a:t>
            </a:r>
          </a:p>
          <a:p>
            <a:pPr marL="0" indent="0">
              <a:buNone/>
            </a:pPr>
            <a:r>
              <a:rPr lang="en-US" sz="2000" b="1" dirty="0" err="1"/>
              <a:t>Mr.Javeed</a:t>
            </a:r>
            <a:r>
              <a:rPr lang="en-US" sz="2000" b="1" dirty="0"/>
              <a:t>                                                         Haribaskar S</a:t>
            </a:r>
            <a:endParaRPr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1AAB-E6F2-87BA-E926-B9E1E583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FE140B-DF7F-BDDB-10B8-0A947BC35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1900376"/>
            <a:ext cx="782137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Hospitality businesses require efficient reservation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Manual booking processes are time consuming.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Seamless digital booking improves occupancy rates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 err="1">
                <a:solidFill>
                  <a:schemeClr val="tx1"/>
                </a:solidFill>
              </a:rPr>
              <a:t>CozyHaven</a:t>
            </a:r>
            <a:r>
              <a:rPr lang="en-US" altLang="en-US" sz="2000" b="1" dirty="0">
                <a:solidFill>
                  <a:schemeClr val="tx1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provides a modern hotel booking system and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management platform.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32B3-70F5-607C-0037-9A005D4B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Scope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DA427-C45F-0495-A6AD-CCAEFB59F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70000"/>
            <a:ext cx="7281334" cy="41702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• Enable guests to book rooms online in real-time, reducing manual coordination and improving the overall booking experience.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• Store and manage guest preferences and stay history electronically for personalized service and easy access by hotel staff.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Simplify administrative tasks such as managing room inventory, housekeeping schedules, and staff records.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1037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56732"/>
            <a:ext cx="6347713" cy="9736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Definition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3008EF3-2B23-EEE2-7B7F-D0DB24520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533" y="2056832"/>
            <a:ext cx="8537736" cy="4088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Design and develop </a:t>
            </a:r>
            <a:r>
              <a:rPr lang="en-US" sz="2000" b="1" dirty="0" err="1"/>
              <a:t>CozyHaven</a:t>
            </a:r>
            <a:r>
              <a:rPr lang="en-US" sz="2000" dirty="0"/>
              <a:t>, a full-stack hotel booking and management application.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r>
              <a:rPr lang="en-US" sz="2000" dirty="0"/>
              <a:t>Streamline </a:t>
            </a:r>
            <a:r>
              <a:rPr lang="en-US" sz="2000" b="1" dirty="0"/>
              <a:t>reservation management</a:t>
            </a:r>
            <a:r>
              <a:rPr lang="en-US" sz="2000" dirty="0"/>
              <a:t> and hospitality services.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Enable interaction between </a:t>
            </a:r>
            <a:r>
              <a:rPr lang="en-US" sz="2000" b="1" dirty="0"/>
              <a:t>guests, hotel owner, and administrators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Ensure efficient </a:t>
            </a:r>
            <a:r>
              <a:rPr lang="en-US" sz="2000" b="1" dirty="0"/>
              <a:t>bookings, guest records, and communication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Guest Module </a:t>
            </a:r>
          </a:p>
          <a:p>
            <a:r>
              <a:rPr lang="en-US" dirty="0"/>
              <a:t>Hotel Owner Module </a:t>
            </a:r>
          </a:p>
          <a:p>
            <a:r>
              <a:rPr lang="en-US" dirty="0"/>
              <a:t>Admin Module </a:t>
            </a:r>
          </a:p>
          <a:p>
            <a:r>
              <a:rPr lang="en-US" dirty="0"/>
              <a:t>Booking Module </a:t>
            </a:r>
          </a:p>
          <a:p>
            <a:r>
              <a:rPr lang="en-US" dirty="0"/>
              <a:t>Security Module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</a:t>
            </a:r>
            <a:endParaRPr lang="en-US" dirty="0"/>
          </a:p>
          <a:p>
            <a:r>
              <a:rPr dirty="0"/>
              <a:t>Backend: Spring Boot</a:t>
            </a:r>
          </a:p>
          <a:p>
            <a:r>
              <a:rPr dirty="0"/>
              <a:t>Database: MySQL</a:t>
            </a:r>
          </a:p>
          <a:p>
            <a:r>
              <a:rPr dirty="0"/>
              <a:t>Authentication: JWT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Guest</a:t>
            </a:r>
            <a:r>
              <a:rPr sz="2400" dirty="0"/>
              <a:t> Features</a:t>
            </a:r>
            <a:r>
              <a:rPr lang="en-US" sz="2400" dirty="0"/>
              <a:t>        Owner Features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048" y="3996265"/>
            <a:ext cx="2500167" cy="1947333"/>
          </a:xfrm>
        </p:spPr>
        <p:txBody>
          <a:bodyPr>
            <a:normAutofit/>
          </a:bodyPr>
          <a:lstStyle/>
          <a:p>
            <a:r>
              <a:rPr dirty="0"/>
              <a:t>• Login</a:t>
            </a:r>
          </a:p>
          <a:p>
            <a:r>
              <a:rPr dirty="0"/>
              <a:t>• </a:t>
            </a:r>
            <a:r>
              <a:rPr lang="en-US" dirty="0"/>
              <a:t>Manage Users</a:t>
            </a:r>
            <a:endParaRPr dirty="0"/>
          </a:p>
          <a:p>
            <a:r>
              <a:rPr dirty="0"/>
              <a:t>• </a:t>
            </a:r>
            <a:r>
              <a:rPr lang="en-US" dirty="0"/>
              <a:t>Manage Bookings</a:t>
            </a:r>
            <a:endParaRPr dirty="0"/>
          </a:p>
          <a:p>
            <a:r>
              <a:rPr dirty="0"/>
              <a:t>•</a:t>
            </a:r>
            <a:r>
              <a:rPr lang="en-US" dirty="0"/>
              <a:t> Manage Hotels</a:t>
            </a:r>
            <a:endParaRPr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93EE87E-7EEA-1969-9DC1-EFAB1C32366C}"/>
              </a:ext>
            </a:extLst>
          </p:cNvPr>
          <p:cNvSpPr txBox="1">
            <a:spLocks/>
          </p:cNvSpPr>
          <p:nvPr/>
        </p:nvSpPr>
        <p:spPr>
          <a:xfrm>
            <a:off x="609599" y="3505199"/>
            <a:ext cx="3445935" cy="381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Admin Features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0321FA-3AF5-2A2B-C414-167A38941AD6}"/>
              </a:ext>
            </a:extLst>
          </p:cNvPr>
          <p:cNvSpPr txBox="1">
            <a:spLocks/>
          </p:cNvSpPr>
          <p:nvPr/>
        </p:nvSpPr>
        <p:spPr>
          <a:xfrm>
            <a:off x="3409566" y="1422400"/>
            <a:ext cx="2500167" cy="1947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• Register/Login</a:t>
            </a:r>
          </a:p>
          <a:p>
            <a:r>
              <a:rPr lang="en-US" dirty="0"/>
              <a:t>• Add Hotels</a:t>
            </a:r>
          </a:p>
          <a:p>
            <a:r>
              <a:rPr lang="en-US" dirty="0"/>
              <a:t>• Edit Hotels </a:t>
            </a:r>
          </a:p>
          <a:p>
            <a:r>
              <a:rPr lang="en-US" dirty="0"/>
              <a:t>• Manage Bookings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7CB183-1788-5C08-9ABD-CA556781A17D}"/>
              </a:ext>
            </a:extLst>
          </p:cNvPr>
          <p:cNvSpPr txBox="1">
            <a:spLocks/>
          </p:cNvSpPr>
          <p:nvPr/>
        </p:nvSpPr>
        <p:spPr>
          <a:xfrm>
            <a:off x="609599" y="1447800"/>
            <a:ext cx="2500167" cy="1947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• Register/Login</a:t>
            </a:r>
          </a:p>
          <a:p>
            <a:r>
              <a:rPr lang="en-US" dirty="0"/>
              <a:t>• Search Hotels</a:t>
            </a:r>
          </a:p>
          <a:p>
            <a:r>
              <a:rPr lang="en-US" dirty="0"/>
              <a:t>• Make Bookings</a:t>
            </a:r>
          </a:p>
          <a:p>
            <a:r>
              <a:rPr lang="en-US" dirty="0"/>
              <a:t>• Cancel Bookings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A6B204-53F9-28AD-435A-69C866F0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66" y="657240"/>
            <a:ext cx="6451269" cy="528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5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073A-99C2-EBF1-53FE-ABD896F3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28E7-F4AB-4D6D-0FAD-C81A02591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575734"/>
            <a:ext cx="6347714" cy="787399"/>
          </a:xfrm>
        </p:spPr>
        <p:txBody>
          <a:bodyPr>
            <a:normAutofit/>
          </a:bodyPr>
          <a:lstStyle/>
          <a:p>
            <a:r>
              <a:rPr lang="en-US" sz="3600" dirty="0"/>
              <a:t>Screenshots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306AE-A9F1-00A3-8D49-0D0C3AAFD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0" y="1456267"/>
            <a:ext cx="8892039" cy="458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30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E13312-4368-F096-D8FD-6841A71C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575734"/>
            <a:ext cx="6347714" cy="787399"/>
          </a:xfrm>
        </p:spPr>
        <p:txBody>
          <a:bodyPr>
            <a:normAutofit/>
          </a:bodyPr>
          <a:lstStyle/>
          <a:p>
            <a:r>
              <a:rPr lang="en-US" sz="3600" dirty="0"/>
              <a:t>Screenshots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112A0-FF40-5869-791B-DE9E18C70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363133"/>
            <a:ext cx="8788400" cy="45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57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B7E7-A9A2-C4C7-BA66-080410E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DFF43C-2D07-5B84-BA35-9D50BC668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575734"/>
            <a:ext cx="6347714" cy="787399"/>
          </a:xfrm>
        </p:spPr>
        <p:txBody>
          <a:bodyPr>
            <a:normAutofit/>
          </a:bodyPr>
          <a:lstStyle/>
          <a:p>
            <a:r>
              <a:rPr lang="en-US" sz="3600" dirty="0"/>
              <a:t>Screenshots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29E11-EEBA-93D6-364C-BEE9AA54A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7" y="1463789"/>
            <a:ext cx="8297333" cy="428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1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EB74CA-8AB3-0C95-4C04-8688E65F8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389" y="1407618"/>
            <a:ext cx="800501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 err="1"/>
              <a:t>CozyHaven</a:t>
            </a:r>
            <a:r>
              <a:rPr lang="en-US" sz="2400" dirty="0"/>
              <a:t> simplifies hospitality and hotel </a:t>
            </a:r>
            <a:br>
              <a:rPr lang="en-US" sz="2400" dirty="0"/>
            </a:br>
            <a:r>
              <a:rPr lang="en-US" sz="2400" dirty="0"/>
              <a:t>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Improves operational efficiency and guest </a:t>
            </a:r>
            <a:br>
              <a:rPr lang="en-US" sz="2400" dirty="0"/>
            </a:br>
            <a:r>
              <a:rPr lang="en-US" sz="2400" dirty="0"/>
              <a:t>communication.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Provides a secure and scalable solution for businesses.</a:t>
            </a:r>
            <a:br>
              <a:rPr 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Improves the overall guest experience and stay quality.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</TotalTime>
  <Words>265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CozyHaven  Hotel Booking System</vt:lpstr>
      <vt:lpstr>Introduction</vt:lpstr>
      <vt:lpstr>Scope</vt:lpstr>
      <vt:lpstr>Definition</vt:lpstr>
      <vt:lpstr>Modules</vt:lpstr>
      <vt:lpstr>Technologies Used</vt:lpstr>
      <vt:lpstr>Guest Features        Owner Features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Bhoomika Devarajan</dc:creator>
  <cp:keywords/>
  <dc:description>generated using python-pptx</dc:description>
  <cp:lastModifiedBy>Haribaskar S</cp:lastModifiedBy>
  <cp:revision>4</cp:revision>
  <dcterms:created xsi:type="dcterms:W3CDTF">2013-01-27T09:14:16Z</dcterms:created>
  <dcterms:modified xsi:type="dcterms:W3CDTF">2026-04-01T04:14:19Z</dcterms:modified>
  <cp:category/>
</cp:coreProperties>
</file>